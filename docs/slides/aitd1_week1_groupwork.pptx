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GW1-1　AIの3つのアプローチ ― 表を完成させる（10分）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「どこに注目するか（特徴量）」と「どう判定するか（判定ルール）」を，人が作るのか，データから学習するのか．右のチップを表に貼り，空欄を埋める．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1872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アプローチ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2232000" y="1152000"/>
            <a:ext cx="2015999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主な時期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特徴量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（どこに注目するか）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2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判定ルール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（どう判定するか）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6000" y="1152000"/>
            <a:ext cx="2160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代表的な手法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728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ルールベース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32000" y="1728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8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92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136000" y="1728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664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（統計的機械学習）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2000" y="2664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248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192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2664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600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（深層ニューラルネットワーク）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2000" y="3600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248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192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136000" y="3600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4572000"/>
            <a:ext cx="97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※ 深層学習の行は，特徴量と判定ルールの 2 欄を 1 つとして考えてよい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8000" y="1152000"/>
            <a:ext cx="16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000" b="1">
                <a:solidFill>
                  <a:srgbClr val="555555"/>
                </a:solidFill>
                <a:latin typeface="Noto Sans JP"/>
              </a:rPr>
              <a:t>チップ（ドラッグして貼る）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68000" y="1440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68000" y="1818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68000" y="2196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8000" y="2574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8000" y="3060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8000" y="3438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8000" y="3816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68000" y="4194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5400000"/>
            <a:ext cx="972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「人が設計」から「データから学習」へ移ったのは，表のどの欄が先か．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深層学習でも人が決めているものは何か（3つ）．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(3) 3つのアプローチは置き換わったのか，使い分けられているのか．身近な例を1つ挙げる．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GW1-1　記録：完成した表のスクリーンショットをグループで共有する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GW2-1　プログラミングの流れ ― カードを3つのフェーズに並べる（10分）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下の12枚のカードを，正しい順に上の枠へドラッグする．番号は書いていない．並べたあと，各フェーズの見出しも埋める．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データ準備フェーズ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356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学習設定フェーズ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6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6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6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000" y="3780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8352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学習，評価フェーズ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2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2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2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損失関数の定義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ライブラリのインポート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モデル学習＆検証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デバイスの設定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6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データセットの準備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8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モデル性能評価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ネットワークの定義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04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データの前処理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学習結果の可視化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2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最適化関数の定義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6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データローダの作成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8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入力データの形状確認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5760000"/>
            <a:ext cx="11448000" cy="64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「学習」が始まるのは何番目のカードからか．それより前は何をしているか．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データが FashionMNIST からオリジナル画像に変わったとき，差し替えるカードはどれか．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GW2-1　教科書 2.3 節のコードテンプレート①〜⑫に対応する．並べ終えたら番号を書き込む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GW2-2　入力データはどんなテンソルになるか（5分）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前処理とテンソルの形状から，右の候補を選んで左の「入力データ」の列に書く（ドラッグしてもよい）．どんなデータも「前処理で数値化 → テンソル → ディープラーニングモデル → 出力」の同じ流れに乗る．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216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152000"/>
            <a:ext cx="324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前処理（数値化）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0" y="1152000"/>
            <a:ext cx="360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テンソルの形状（例）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48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1548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欠損処理・標準化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0" y="1548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特徴量数)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944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1944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トークン化→ID列→埋め込み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0" y="1944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トークン数, 埋め込み次元)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340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340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サンプリング／スペクトログラム化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0" y="2340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サンプル数) / (N, 1, 周波数, 時間)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736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2520000" y="2736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画素値の正規化・リサイズ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0" y="2736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チャネル, 高さ, 幅)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131999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3131999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フレーム抽出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000" y="3131999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フレーム数, チャネル, 高さ, 幅)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528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520000" y="3528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座標の正規化・点の抽出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0" y="3528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点数, 3) ／ 頂点(V,3)+面(F,3)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3924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2520000" y="3924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ノード特徴・接続関係の数値化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0" y="3924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ノード特徴(ノード数, D)+隣接行列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4320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2520000" y="4320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窓切り出し・標準化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000" y="4320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時間ステップ数, 変数数)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6000" y="1152000"/>
            <a:ext cx="2268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入力データの候補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4000" y="1602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画像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4000" y="1998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時系列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4000" y="2394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テキスト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4000" y="2790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グラフ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84000" y="3186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数値データ（表形式）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84000" y="3581999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動画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84000" y="3978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音声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84000" y="4374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3D：点群／メッシュ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000" y="4824000"/>
            <a:ext cx="9000000" cy="79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N は何を表すか．今日の演習で N を変えると何が変わるか（時間？正解率？）．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FashionMNIST（白黒 28×28）とオリジナル画像（カラー 64×64）で「モデルに入る直前の形状」はどう違うか．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GW2-2　ヒント：前処理の言葉（トークン，フレーム，スペクトログラム，ノード など）が手がかり．今日の FashionMNIST とオリジナル画像はどの行か．N はバッチサイズ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